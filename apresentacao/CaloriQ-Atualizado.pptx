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f038126cb841ab" /><Relationship Type="http://schemas.openxmlformats.org/officeDocument/2006/relationships/extended-properties" Target="/docProps/app.xml" Id="R3831bfc0f4c64de2" /><Relationship Type="http://schemas.openxmlformats.org/officeDocument/2006/relationships/officeDocument" Target="/ppt/presentation.xml" Id="R8f638ec1d07c40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933c8282c247e2"/>
  </p:sldMasterIdLst>
  <p:notesMasterIdLst>
    <p:notesMasterId xmlns:r="http://schemas.openxmlformats.org/officeDocument/2006/relationships" r:id="R8c773a3f95d645d5"/>
  </p:notesMasterIdLst>
  <p:sldIdLst>
    <p:sldId xmlns:r="http://schemas.openxmlformats.org/officeDocument/2006/relationships" id="256" r:id="R96d796656e9a4951"/>
    <p:sldId xmlns:r="http://schemas.openxmlformats.org/officeDocument/2006/relationships" id="257" r:id="Rcc6df4d6508b460c"/>
    <p:sldId xmlns:r="http://schemas.openxmlformats.org/officeDocument/2006/relationships" id="258" r:id="R7c5e4e9434e9412d"/>
    <p:sldId xmlns:r="http://schemas.openxmlformats.org/officeDocument/2006/relationships" id="259" r:id="R9b6213889d6e4d6d"/>
    <p:sldId xmlns:r="http://schemas.openxmlformats.org/officeDocument/2006/relationships" id="260" r:id="R823d970bdc654b21"/>
    <p:sldId xmlns:r="http://schemas.openxmlformats.org/officeDocument/2006/relationships" id="261" r:id="Re25c15c557be45bd"/>
    <p:sldId xmlns:r="http://schemas.openxmlformats.org/officeDocument/2006/relationships" id="262" r:id="Rd85fcb44d13d4055"/>
    <p:sldId xmlns:r="http://schemas.openxmlformats.org/officeDocument/2006/relationships" id="263" r:id="R9d8534fe57c643e2"/>
    <p:sldId xmlns:r="http://schemas.openxmlformats.org/officeDocument/2006/relationships" id="264" r:id="R7115bd330f7a4209"/>
    <p:sldId xmlns:r="http://schemas.openxmlformats.org/officeDocument/2006/relationships" id="265" r:id="R38bd68a48e7a4095"/>
    <p:sldId xmlns:r="http://schemas.openxmlformats.org/officeDocument/2006/relationships" id="266" r:id="Rf121b74827df4a52"/>
    <p:sldId xmlns:r="http://schemas.openxmlformats.org/officeDocument/2006/relationships" id="267" r:id="Ra4810aaa7acc43f7"/>
    <p:sldId xmlns:r="http://schemas.openxmlformats.org/officeDocument/2006/relationships" id="268" r:id="R545180a4d8e241cc"/>
    <p:sldId xmlns:r="http://schemas.openxmlformats.org/officeDocument/2006/relationships" id="269" r:id="R4b11bd198c9541ac"/>
    <p:sldId xmlns:r="http://schemas.openxmlformats.org/officeDocument/2006/relationships" id="270" r:id="R425ff2a3b08f41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f03f66ce484174" /><Relationship Type="http://schemas.openxmlformats.org/officeDocument/2006/relationships/slideMaster" Target="/ppt/slideMasters/slideMaster1.xml" Id="R2f933c8282c247e2" /><Relationship Type="http://schemas.openxmlformats.org/officeDocument/2006/relationships/notesMaster" Target="/ppt/notesMasters/notesMaster1.xml" Id="R8c773a3f95d645d5" /><Relationship Type="http://schemas.openxmlformats.org/officeDocument/2006/relationships/presProps" Target="/ppt/presProps.xml" Id="R8880d60d16f94ca4" /><Relationship Type="http://schemas.openxmlformats.org/officeDocument/2006/relationships/tableStyles" Target="/ppt/tableStyles.xml" Id="Rd2399d6df4984d4b" /><Relationship Type="http://schemas.openxmlformats.org/officeDocument/2006/relationships/slide" Target="/ppt/slides/slide1.xml" Id="R96d796656e9a4951" /><Relationship Type="http://schemas.openxmlformats.org/officeDocument/2006/relationships/slide" Target="/ppt/slides/slide2.xml" Id="Rcc6df4d6508b460c" /><Relationship Type="http://schemas.openxmlformats.org/officeDocument/2006/relationships/slide" Target="/ppt/slides/slide3.xml" Id="R7c5e4e9434e9412d" /><Relationship Type="http://schemas.openxmlformats.org/officeDocument/2006/relationships/slide" Target="/ppt/slides/slide4.xml" Id="R9b6213889d6e4d6d" /><Relationship Type="http://schemas.openxmlformats.org/officeDocument/2006/relationships/slide" Target="/ppt/slides/slide5.xml" Id="R823d970bdc654b21" /><Relationship Type="http://schemas.openxmlformats.org/officeDocument/2006/relationships/slide" Target="/ppt/slides/slide6.xml" Id="Re25c15c557be45bd" /><Relationship Type="http://schemas.openxmlformats.org/officeDocument/2006/relationships/slide" Target="/ppt/slides/slide7.xml" Id="Rd85fcb44d13d4055" /><Relationship Type="http://schemas.openxmlformats.org/officeDocument/2006/relationships/slide" Target="/ppt/slides/slide8.xml" Id="R9d8534fe57c643e2" /><Relationship Type="http://schemas.openxmlformats.org/officeDocument/2006/relationships/slide" Target="/ppt/slides/slide9.xml" Id="R7115bd330f7a4209" /><Relationship Type="http://schemas.openxmlformats.org/officeDocument/2006/relationships/slide" Target="/ppt/slides/slide10.xml" Id="R38bd68a48e7a4095" /><Relationship Type="http://schemas.openxmlformats.org/officeDocument/2006/relationships/slide" Target="/ppt/slides/slide11.xml" Id="Rf121b74827df4a52" /><Relationship Type="http://schemas.openxmlformats.org/officeDocument/2006/relationships/slide" Target="/ppt/slides/slide12.xml" Id="Ra4810aaa7acc43f7" /><Relationship Type="http://schemas.openxmlformats.org/officeDocument/2006/relationships/slide" Target="/ppt/slides/slide13.xml" Id="R545180a4d8e241cc" /><Relationship Type="http://schemas.openxmlformats.org/officeDocument/2006/relationships/slide" Target="/ppt/slides/slide14.xml" Id="R4b11bd198c9541ac" /><Relationship Type="http://schemas.openxmlformats.org/officeDocument/2006/relationships/slide" Target="/ppt/slides/slide15.xml" Id="R425ff2a3b08f41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e427bafd9d49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bd1734ff8042a7" /><Relationship Type="http://schemas.openxmlformats.org/officeDocument/2006/relationships/notesMaster" Target="/ppt/notesMasters/notesMaster1.xml" Id="Rc55fa262051b46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2e043697054725" /><Relationship Type="http://schemas.openxmlformats.org/officeDocument/2006/relationships/notesMaster" Target="/ppt/notesMasters/notesMaster1.xml" Id="Re62d4a456c7447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72ed46cac84a14" /><Relationship Type="http://schemas.openxmlformats.org/officeDocument/2006/relationships/notesMaster" Target="/ppt/notesMasters/notesMaster1.xml" Id="Re416ecbcaa444b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ca5a5fa1114a33" /><Relationship Type="http://schemas.openxmlformats.org/officeDocument/2006/relationships/notesMaster" Target="/ppt/notesMasters/notesMaster1.xml" Id="R56370378c79247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e9723ac936443e" /><Relationship Type="http://schemas.openxmlformats.org/officeDocument/2006/relationships/notesMaster" Target="/ppt/notesMasters/notesMaster1.xml" Id="R774b3e86ef4048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19715698d844a6" /><Relationship Type="http://schemas.openxmlformats.org/officeDocument/2006/relationships/notesMaster" Target="/ppt/notesMasters/notesMaster1.xml" Id="R1fe3d2d5080d45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215cf5c20e4e8a" /><Relationship Type="http://schemas.openxmlformats.org/officeDocument/2006/relationships/notesMaster" Target="/ppt/notesMasters/notesMaster1.xml" Id="Rf73cf10d49e646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bbe5f728e64cdd" /><Relationship Type="http://schemas.openxmlformats.org/officeDocument/2006/relationships/notesMaster" Target="/ppt/notesMasters/notesMaster1.xml" Id="R7c6b15a6888648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81921bbc564032" /><Relationship Type="http://schemas.openxmlformats.org/officeDocument/2006/relationships/notesMaster" Target="/ppt/notesMasters/notesMaster1.xml" Id="R7c2c78db69734b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e49df201eb4948" /><Relationship Type="http://schemas.openxmlformats.org/officeDocument/2006/relationships/notesMaster" Target="/ppt/notesMasters/notesMaster1.xml" Id="Rd54a0fac208a4b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6ce40088344004" /><Relationship Type="http://schemas.openxmlformats.org/officeDocument/2006/relationships/notesMaster" Target="/ppt/notesMasters/notesMaster1.xml" Id="R8ad2238aaded49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da183ecf7c488b" /><Relationship Type="http://schemas.openxmlformats.org/officeDocument/2006/relationships/notesMaster" Target="/ppt/notesMasters/notesMaster1.xml" Id="R1f55af6b15e349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30bf40ba484d55" /><Relationship Type="http://schemas.openxmlformats.org/officeDocument/2006/relationships/notesMaster" Target="/ppt/notesMasters/notesMaster1.xml" Id="Rbf7977a082ef4e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cdf55baf574276" /><Relationship Type="http://schemas.openxmlformats.org/officeDocument/2006/relationships/notesMaster" Target="/ppt/notesMasters/notesMaster1.xml" Id="R3759a7e84c7b49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0cfd9cf7c6401f" /><Relationship Type="http://schemas.openxmlformats.org/officeDocument/2006/relationships/notesMaster" Target="/ppt/notesMasters/notesMaster1.xml" Id="R1e06e8a6b92743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Abertura, 30 segundos. O CaloriQ é um aplicativo de acompanhamento alimentar que reúne registro de refeições, estimativas por imagem e acompanhamento de metas. A proposta é facilitar o registro e ajudar a pessoa a visualizar sua rotina alimentar.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README.md; src/context/ThemeContext.tsx; assets/images/caloriq-ai-mascot.png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Contexto, 40 segundos. Explique o problema que motivou o projeto: o trabalho envolvido em registrar cada refeição e consultar o histórico. Esta é a hipótese de produto que orienta o aplicativo, não uma conclusão de pesquisa com usuários. A proposta é reduzir etapas e concentrar as informações em uma experiência só.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README.md; app/(tabs)/index.tsx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segundos. Mostre a tela inicial e explique como o usuário consulta o consumo do dia e registra água. Os números exibidos nesta apresentação são fictícios e ilustram a interface real. O banco guarda os registros por conta.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app/(tabs)/index.tsx; src/context/AppStateContext.tsx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segundos. Explique as formas de entrada: câmera no celular, webcam na web e imagem da galeria. A integração com Gemini passa pelo backend. A análise depende de conectividade, configuração e disponibilidade do serviço. No modo de demonstração, os resultados são locais e precisam ser apresentados como simulados.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app/(tabs)/scanner.tsx; src/services/gemini.ts; server/gemini.js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segundos. Uma foto não permite medir com precisão todos os ingredientes ou quantidades. Por isso, o usuário pode revisar o resultado e editar a refeição. Não prometa precisão clínica. Os valores da tela são um exemplo de apresentação, não uma análise real executada neste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app/(modals)/meal-result.tsx; app/(modals)/meal-edit.tsx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segundos. O cadastro reúne informações de perfil, nível de atividade e objetivo. O projeto usa esses dados para calcular metas e permite atualizar o perfil. Apresente isso como funcionalidade de acompanhamento do protótipo, sem prometer resultados de saúde.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app/(tabs)/goals.tsx; src/utils/nutrition.ts; server/nutrition.js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segundos. A tela de análise agrega os registros do usuário em diferentes períodos. Explique que o acompanhamento depende da qualidade e da continuidade dos registros. Não há métricas de adesão de usuários reais nesta apresentação.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app/(tabs)/analytics.tsx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segundos. O assistente complementa o registro por imagem. A conversa usa a integração com Gemini e conserva o histórico da conversa para dar continuidade ao diálogo. O papel apresentado é informativo, sem afirmar que substitui acompanhamento profissional.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app/(modals)/ai-chat.tsx; src/services/gemini.ts; server/gemini.js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segundos. O aplicativo chama a API. A API autentica a conta, acessa o PostgreSQL e faz as chamadas ao Gemini. O cliente não acessa o banco diretamente. A documentação prevê Render para API, Supabase para PostgreSQL e Expo EAS para APK. Essa configuração documentada não é prova de que a implantação esteja 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package.json; server/index.js; server/schema.sql; NUVEM_E_APK.md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segundos. Explique os mecanismos presentes no código: hash de senha com scrypt e salt, tokens de sessão e associação dos dados à conta. Não apresente isso como auditoria de segurança ou certificação. Antes de publicar, a configuração de ambiente precisa preservar os segredos no servidor.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server/auth.js; server/schema.sql; server/index.js; SECURITY.md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segundos. Primeira parte dos dez cartões de Done (Sprint 1). Inclui cadastro e login, proteção da chave no backend, PostgreSQL local, estudo e configuração de GitHub Actions com testes de segurança e testes adicionais da IA. O cartão #6 usa a expressão treinamento da IA, mas não comprova treinamento de um modelo próprio. O status de conclusão aqui segue a coluna do Projects, mesmo quando a issue permanece aberta.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https://github.com/users/pedrokojiro/projects/4; issues #22, #20, #5, #13 e #6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segundos. Segunda parte dos dez cartões da Sprint 1. Inclui o cartão Dados, a automação da preparação do projeto, banco e API, a compilação do documento acadêmico, a configuração de credenciais da integração e a execução para o professor. O cartão Dados não detalha o escopo, por isso seu título foi preservado. Não exibir nem ler valores de credenciais. A automação abrange o iniciador local, configuração de ambiente, preparação do banco, diagnóstico e documentação.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https://github.com/users/pedrokojiro/projects/4; issues #9, #16, #4, #17 e #14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segundos. A segunda sprint reúne a evolução da experiência mobile: executável, configuração de perfil com cálculo de TMB, Analytics a partir de registros reais, câmera integrada e revisão da refeição, mascote Q, reset diário e histórico, responsividade e animações, edição de perfil e metas, Meu Plano com motivação e evolução visual privada por fotos de frente, lado e costas. A continuidade do refinamento visual permanece entre os próximos passos.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https://github.com/users/pedrokojiro/projects/4; https://github.com/pedrokojiro/Caloriq-3.0/issues/23; issues #24 a #31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segundos. O login por e-mail e senha já existe. A evolução proposta é permitir cadastro e acesso com Google ou outro provedor. Também entram exportação de relatórios alimentares em PDF, refinamento estético e animações mais suaves. Há melhorias de responsividade e animação na Sprint 2, mas o objetivo é continuar tornando o aplicativo mais fluido. O quadro ainda lista lembretes e exportação fora das colunas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Solicitação do apresentador; https://github.com/users/pedrokojiro/projects/4; issues #19 e #21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e demonstração, 60 a 90 segundos. Demonstre uma imagem, abra o resultado, revise um ingrediente e mostre a refeição no diário. Antes da apresentação, confirme login e conectividade. Se usar o modo de demonstração, anuncie explicitamente que a IA usa dados locais. Se a conexão falhar, use as telas desta apresentação para explicar o fluxo. Conclua retomando o objetivo: tornar o registro alimentar mais simples e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app/(tabs)/scanner.tsx; app/(modals)/meal-result.tsx; APRESENTACAO.md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635f2f8684e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d212420ad4153" /><Relationship Type="http://schemas.openxmlformats.org/officeDocument/2006/relationships/slideLayout" Target="/ppt/slideLayouts/slideLayout1.xml" Id="Raeb25020a23b4e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b25020a23b4e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4b3da59a24ea4" /><Relationship Type="http://schemas.openxmlformats.org/officeDocument/2006/relationships/image" Target="/ppt/media/image.png" Id="Ra97b5c6f8f114f93" /><Relationship Type="http://schemas.openxmlformats.org/officeDocument/2006/relationships/notesSlide" Target="/ppt/notesSlides/notesSlide1.xml" Id="R69903868b39743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0bb84a1ac43db" /><Relationship Type="http://schemas.openxmlformats.org/officeDocument/2006/relationships/notesSlide" Target="/ppt/notesSlides/notesSlide2.xml" Id="R085a1d3465be46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456b3c6eb43ec" /><Relationship Type="http://schemas.openxmlformats.org/officeDocument/2006/relationships/image" Target="/ppt/media/image2.png" Id="Rec0a1fce627c4ec5" /><Relationship Type="http://schemas.openxmlformats.org/officeDocument/2006/relationships/notesSlide" Target="/ppt/notesSlides/notesSlide3.xml" Id="R48cae754667d4f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0828aa62a4f2a" /><Relationship Type="http://schemas.openxmlformats.org/officeDocument/2006/relationships/image" Target="/ppt/media/image3.png" Id="R30599dfd613d4e35" /><Relationship Type="http://schemas.openxmlformats.org/officeDocument/2006/relationships/notesSlide" Target="/ppt/notesSlides/notesSlide4.xml" Id="Rf054b15de69742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cec6dea4e4cc5" /><Relationship Type="http://schemas.openxmlformats.org/officeDocument/2006/relationships/image" Target="/ppt/media/image4.png" Id="R5a3f7e27a16d4452" /><Relationship Type="http://schemas.openxmlformats.org/officeDocument/2006/relationships/notesSlide" Target="/ppt/notesSlides/notesSlide5.xml" Id="Rbdd596c45fc044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85da46cd54f96" /><Relationship Type="http://schemas.openxmlformats.org/officeDocument/2006/relationships/image" Target="/ppt/media/image5.png" Id="R10c81c7e180a40df" /><Relationship Type="http://schemas.openxmlformats.org/officeDocument/2006/relationships/notesSlide" Target="/ppt/notesSlides/notesSlide6.xml" Id="Red01a7dbc07544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c2ac9dda44d8b" /><Relationship Type="http://schemas.openxmlformats.org/officeDocument/2006/relationships/image" Target="/ppt/media/image6.png" Id="R385b538b04794b90" /><Relationship Type="http://schemas.openxmlformats.org/officeDocument/2006/relationships/notesSlide" Target="/ppt/notesSlides/notesSlide7.xml" Id="R76d90c614e0d4c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a28d4b8d6408b" /><Relationship Type="http://schemas.openxmlformats.org/officeDocument/2006/relationships/image" Target="/ppt/media/image7.png" Id="Rcdb0ed6faed94f4a" /><Relationship Type="http://schemas.openxmlformats.org/officeDocument/2006/relationships/notesSlide" Target="/ppt/notesSlides/notesSlide8.xml" Id="R1cc8bd61ff014e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06d394e7b4b15" /><Relationship Type="http://schemas.openxmlformats.org/officeDocument/2006/relationships/notesSlide" Target="/ppt/notesSlides/notesSlide9.xml" Id="Rc2769bbe7d4945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baab7d2704936" /><Relationship Type="http://schemas.openxmlformats.org/officeDocument/2006/relationships/notesSlide" Target="/ppt/notesSlides/notesSlide10.xml" Id="R8020969713de4e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fa4d5147245b8" /><Relationship Type="http://schemas.openxmlformats.org/officeDocument/2006/relationships/notesSlide" Target="/ppt/notesSlides/notesSlide11.xml" Id="R4d267fad5b4944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2c73f134f42e8" /><Relationship Type="http://schemas.openxmlformats.org/officeDocument/2006/relationships/notesSlide" Target="/ppt/notesSlides/notesSlide12.xml" Id="R5edb584a84704f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9c9ce2ae94433" /><Relationship Type="http://schemas.openxmlformats.org/officeDocument/2006/relationships/notesSlide" Target="/ppt/notesSlides/notesSlide13.xml" Id="R9469455fe58b47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7389568ce4046" /><Relationship Type="http://schemas.openxmlformats.org/officeDocument/2006/relationships/notesSlide" Target="/ppt/notesSlides/notesSlide14.xml" Id="Rdee2487307194d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07a76192a4403" /><Relationship Type="http://schemas.openxmlformats.org/officeDocument/2006/relationships/notesSlide" Target="/ppt/notesSlides/notesSlide15.xml" Id="Rea62643f50004c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ACB52-C60F-413D-B9E3-8EC48E5E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1C1E0-A67C-4C06-88CB-495330A2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5C497-7ED5-41B5-A181-AE551246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04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92470-E003-4069-8904-5DEE1294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647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52DE8C"/>
                </a:solidFill>
                <a:latin typeface="Arial"/>
                <a:ea typeface="Arial"/>
                <a:cs typeface="Arial"/>
              </a:rPr>
              <a:t>Acompanhamento alimentar</a:t>
            </a:r>
          </a:p>
          <a:p xmlns:a="http://schemas.openxmlformats.org/drawingml/2006/main">
            <a:pPr>
              <a:defRPr sz="2925" b="0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52DE8C"/>
                </a:solidFill>
                <a:latin typeface="Arial"/>
                <a:ea typeface="Arial"/>
                <a:cs typeface="Arial"/>
              </a:rPr>
              <a:t>com inteligência artificial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B1313-CF59-45B5-9E28-60AA791B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Apresentação do projeto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b5c6f8f114f93"/>
          <a:stretch xmlns:a="http://schemas.openxmlformats.org/drawingml/2006/main"/>
        </p:blipFill>
        <p:spPr>
          <a:xfrm xmlns:a="http://schemas.openxmlformats.org/drawingml/2006/main">
            <a:off x="7667625" y="1181100"/>
            <a:ext cx="3905250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63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B880A-5068-4645-8D54-1062249D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E7CD9-23B6-4115-A383-F09A2EEA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86A6A-B0FB-4365-A364-4F73669C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O desafio do registro alimentar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0F0BC-D23D-4258-8977-BD932523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Manter o diário atualizado</a:t>
            </a:r>
          </a:p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exige atenção todos os dias.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C1DCE-FE9B-4523-8BD9-9E62B167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Identificar os alimentos e estimar as porções leva tempo.</a:t>
            </a:r>
          </a:p>
          <a:p xmlns:a="http://schemas.openxmlformats.org/drawingml/2006/main">
            <a:pPr>
              <a:defRPr sz="2100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Sem um histórico organizado, fica mais difícil acompanhar a rotina.</a:t>
            </a:r>
          </a:p>
        </p:txBody>
      </p:sp>
    </p:spTree>
    <p:extLst>
      <p:ext uri="{BB962C8B-B14F-4D97-AF65-F5344CB8AC3E}">
        <p14:creationId xmlns:p14="http://schemas.microsoft.com/office/powerpoint/2010/main" val="1333929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BB831-86CD-4530-AB9D-A08ED6C2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CC1DA-41D2-4F59-BF82-14B1B374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7A22F-E311-4E8D-BA1D-D61247D7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A rotina em uma tela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FA9DE-3383-4C8D-AFD4-53CD84B7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Diário alimentar e hidratação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CF5C8-B615-41BF-B794-C1FDD1E0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Calorias e macronutrientes do dia.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Refeições organizadas no histórico.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Registro do consumo de água.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a1fce627c4ec5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12FF0-66D9-4928-90BB-1B4E13BB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169426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37066-00CC-4EA2-B682-9DB779F4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017F1-BAB6-444A-A2D2-C80325EE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11B0B-1088-4CB5-A9E4-A680E9C2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Registro por imagem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5D40A-92C0-4EF4-AD42-522E108E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Câmera, webcam ou galeria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CCFEA-5824-443E-A2D9-330393C0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 imagem segue para análise pelo backend.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 IA sugere alimentos, porções e macros.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99dfd613d4e35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AE2C5-E6FD-408F-87C3-8173D2F5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1426033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48454-E7EC-4DE8-B4C1-23B8E28D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63F02-85D3-4047-BCD9-9788AE50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58083-F952-441F-A343-BAAFF371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Revisão antes de salvar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C949A-2F7E-4C61-A9EF-FF53FA19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O usuário confirma a estimativa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7505A-AB04-467C-B3F7-88242E8E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Ingredientes e porções podem ser ajustados.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 refeição confirmada entra no diário.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Os valores da IA são estimativas.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f7e27a16d4452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4631C-ECD5-4813-8935-70B64AA3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1411338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51564-8423-4EDA-AFD8-52398044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F24AB-7276-415A-A464-6CDB3AD7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DED7C-6C4D-438D-BF66-8CE00FCF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Metas ligadas ao perfil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D873E-119E-4A8E-89E3-3EA04A5D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Um plano para acompanhar o 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C859A-C791-4AB8-BA2A-1B40AB9E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Perfil e objetivo orientam os cálculos.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Metas de energia, macros e água.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Atualização pela edição do perfil.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81c7e180a40df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C2A9F-FC2A-4CB0-8F4E-21580184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1908530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DA284-DB6C-4F06-BC3E-D93C0DF4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A43AF-8007-41FA-83EE-32F1BA1B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C993C-3659-4114-9F7E-B36B5F3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Evolução ao longo do tempo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4B1EF-4AD6-47F2-A480-38D1197B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O histórico dá contexto ao 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21D19-6070-4787-8CF6-95FC2CED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Visões por semana, mês e três meses.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Médias e distribuição de macronutrientes.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Acompanhamento da frequência de registros.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b538b04794b90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73A04-63A4-4776-894C-593F2C1B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13732277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D50C6-8805-4817-B6FF-526C9D90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27BF0-72FD-4B70-86E2-025A968F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28F97-D89B-424E-9006-6EC7554B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Assistente dentro do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D0C25-A9FC-419A-95E0-864327FF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Uma conversa sobre alimentação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DEB3F-DF15-4CE6-BA3E-9B29772D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Dúvidas sobre alimentos e receitas.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Sugestões e estimativas por texto.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Histórico durante a conversa.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0ed6faed94f4a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329BF-7E97-4779-AC57-9A53DE16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1860618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9D173-2292-4F37-AFF3-9318679D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1279D-4A09-4D73-B1A7-6C8A1BA8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87FF2-828E-4955-A3E8-7EDBB4E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Arquitetura do projeto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3180B-8F54-4860-A68D-D87DCD80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431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Aplicativo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DAE6C-F0B7-4C96-9A2F-5E102849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431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React Native, Expo e TypeScript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A1230-1B57-48F0-B5F5-46A3B80F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1462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Interface mobile e web com Expo Router.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6C5E1-C8C8-4F3E-BFE9-D6956E0A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76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B5827-674F-4F0A-BAFF-F68AC106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Node.js e Express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00A5B-747D-476C-84D5-14DC5052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480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Autenticação, validação e integração com a 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47224-BA8A-4BAD-8BD8-88110C52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100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A3B39-01FB-401D-BC7C-399DAEEB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00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F780E-F0F1-438E-8DA4-F65DF2B5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8152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Perfil, metas, refeições, ingredientes e água.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E8AC9-DC8C-495E-9832-E333CF0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43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Inteligência artificial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7AA2A-AB0A-4069-94BA-9764A873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435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Google Gemini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05A5D-9332-44BF-9DF8-AF0C20FF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149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Análise de imagens e respostas do chat.</a:t>
            </a:r>
          </a:p>
        </p:txBody>
      </p:sp>
    </p:spTree>
    <p:extLst>
      <p:ext uri="{BB962C8B-B14F-4D97-AF65-F5344CB8AC3E}">
        <p14:creationId xmlns:p14="http://schemas.microsoft.com/office/powerpoint/2010/main" val="1463754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D054C-4A85-4785-AC58-C789488E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829B0-77D3-48B5-BA40-F226865C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7DC54-A193-44FE-BE65-74A6D009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Dados e acesso por conta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B8682-3EB5-422E-A574-41BDA7E0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Conta pessoal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F6220-B3EB-44FE-AA4E-02F57862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Cadastro, login e sessões.</a:t>
            </a:r>
          </a:p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Senhas protegidas por hash com salt.</a:t>
            </a:r>
          </a:p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Registros vinculados ao usuário.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5BDD3-8E90-486D-8E17-9AE0030D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Serviços no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40581-3548-4C23-BBC2-C43DDE8D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5000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 API intermedeia o acesso ao banco.</a:t>
            </a:r>
          </a:p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 integração Gemini usa chave no servidor.</a:t>
            </a:r>
          </a:p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Telas de diagnóstico ajudam na operação.</a:t>
            </a:r>
          </a:p>
        </p:txBody>
      </p:sp>
    </p:spTree>
    <p:extLst>
      <p:ext uri="{BB962C8B-B14F-4D97-AF65-F5344CB8AC3E}">
        <p14:creationId xmlns:p14="http://schemas.microsoft.com/office/powerpoint/2010/main" val="547573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55A7A-2248-4A85-8D0B-FB5318F0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4B3D6-7FE4-4A8E-950F-16B7E4C8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462BF-7566-43AE-84B2-064EDA41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Sprint 1: base técnica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5703E-60A1-4D4A-941D-24B9A915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Cadastro e login de usuários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80440-728B-4BDF-B819-4C21A9C2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241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34DE2-E880-496C-B1BB-AA239D82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Proteção da chave da IA no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78C15-7394-4AEE-A036-FA33637D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099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D2464-AB58-4122-8A35-FF0661B1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Banco PostgreSQL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B6F23-0C2F-4FEF-A120-4BA867AC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957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A021F-3DDD-4FC9-90B7-42DC85F8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GitHub Actions e testes de segurança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64496-0498-4B40-9984-10005090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815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16250-7BF0-455A-AF1F-766A196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Testes adicionais da 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D0122-449E-4919-A72E-EAE0F6FC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0673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A065F-82FE-4D09-8143-84A18D4C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Entregas registradas em Done (Sprint 1)</a:t>
            </a:r>
          </a:p>
        </p:txBody>
      </p:sp>
    </p:spTree>
    <p:extLst>
      <p:ext uri="{BB962C8B-B14F-4D97-AF65-F5344CB8AC3E}">
        <p14:creationId xmlns:p14="http://schemas.microsoft.com/office/powerpoint/2010/main" val="12728367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2B4DC-541E-44F1-9F28-B9E9E93E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75536-289C-4AAD-8724-1B880722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82A14-F822-4E44-91DB-C3EA1B74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Sprint 1: preparação e entrega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3E810-1D13-4B40-AAB0-6365FC23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9CD3C-B633-4D4F-AB3E-56B76FB5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241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E81CF-6BC5-4ACC-832A-B6235555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Automação do projeto, banco e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D69A2-B46F-454E-A3D2-575D31B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099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16F39-608D-4DDB-8B1E-92BC9DAF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Compilação do documento do projeto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A8074-4D5A-48F0-A23C-3E8255E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957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456C0-F84F-49CC-B229-96C37995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Configuração da API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B44E7-7CEC-4704-A22F-06B72ACA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815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494A6-BB68-44EC-8824-504A2A57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Execução do sistema para o professor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C0600-BA14-4945-BE3D-69977093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0673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B3E4B-E682-4D4B-B299-73BC388B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Entregas registradas em Done (Sprint 1)</a:t>
            </a:r>
          </a:p>
        </p:txBody>
      </p:sp>
    </p:spTree>
    <p:extLst>
      <p:ext uri="{BB962C8B-B14F-4D97-AF65-F5344CB8AC3E}">
        <p14:creationId xmlns:p14="http://schemas.microsoft.com/office/powerpoint/2010/main" val="7134542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0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CB76F3-2750-4E7A-9EDB-6C4B48AE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55D38-5B8F-4B2E-BCD3-4FE3705E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11DCD-813C-42F1-9A0B-DBBCD32D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Sprint 2: evolução do aplicativo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EE568-B882-4C70-9231-DD6FC370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Executável mobile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6AFB6-F871-4EB1-BF1F-EA69FB51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96116-2220-4ABD-B69D-2E52E9E2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Perfil e metas com cálculo de TMB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4CB56-0486-4930-952A-23462BB7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8BD50-FD55-4BC1-A571-113EDF0B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Analytics com dados reais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133BB-0973-4174-B244-F2F81DF6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5B124-C4B0-4442-A6E6-EC0E0982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Câmera e ajuste da refeição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CA5D6-DC13-4B08-A84A-8318A3E6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387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48C1E-2914-4C70-95D1-3E739CCE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Mascote responsivo no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488BE-C7AD-4181-93C4-94F9E66D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BC552-B8C7-4ACC-AD2C-4573B4A2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Reset diário e histórico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A3858-AB52-4EAB-980C-4B8B0A9F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E9E26-CE5D-4AB5-B8BA-06A5100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Responsividade e animações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3F731-14A2-487F-B589-A3801E62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528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6E82F-9D12-4A28-B826-867E2E98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Edição de perfil e metas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2DDD4-1BAB-4BF9-8232-1E4019C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9577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6661B-6360-4D16-B6DA-954CEC9C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Meu Plano e evolução visual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9B99D-9260-4E39-8D00-773A6880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387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#31</a:t>
            </a:r>
          </a:p>
        </p:txBody>
      </p:sp>
    </p:spTree>
    <p:extLst>
      <p:ext uri="{BB962C8B-B14F-4D97-AF65-F5344CB8AC3E}">
        <p14:creationId xmlns:p14="http://schemas.microsoft.com/office/powerpoint/2010/main" val="20489393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BE467-37D1-4D18-9D1C-1ACE7A4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45E6D-0B77-46A3-943D-E072E417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66E96-1AAA-43A7-9280-68F8B88E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Próximos passos propostos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2D9A3-07D9-4445-BB81-F26C599B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621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Acesso com Google ou outro serviço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15644-E246-47E9-8136-36A7AECB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Cadastro e login com uma conta já existente.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1B3B0-E633-4E23-855F-57689C13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Exportação de relatórios em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E0053-2214-486F-ADD2-94F6B53B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Compartilhamento do histórico alimentar e da evolução.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24DD7-1089-46C7-8EDD-CC90E799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Refinamento visual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8B47F-9942-46ED-AF7E-58895D97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Mais consistência nos componentes, cores e espaçamentos.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4E74D-A48C-4BD1-BB5E-1AAC91D9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Animações e fluidez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EEB07-3345-44A2-9502-0CE03C6F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Transições suaves e feedbacks para um app menos estático.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829F3-4437-467A-870F-80B326C1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4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Lembretes de alimentação e hidratação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4FE39-65A6-48D2-8630-B096794C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Concluir e validar a entrega prevista no quadro.</a:t>
            </a:r>
          </a:p>
        </p:txBody>
      </p:sp>
    </p:spTree>
    <p:extLst>
      <p:ext uri="{BB962C8B-B14F-4D97-AF65-F5344CB8AC3E}">
        <p14:creationId xmlns:p14="http://schemas.microsoft.com/office/powerpoint/2010/main" val="17754617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AA653-4251-4265-A0A3-705F691C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63BDE-FC51-4A0A-BC15-4AC2084A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270F3-ABCF-43BB-930B-8D706D0F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CaloriQ em 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C4DCF-53DE-44CB-BF52-9A063317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Uma refeição como</a:t>
            </a:r>
          </a:p>
          <a:p xmlns:a="http://schemas.openxmlformats.org/drawingml/2006/main">
            <a:pPr>
              <a:defRPr sz="48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ponto de partida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D248E-CDA6-4691-AE90-96FC09C7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DE8C"/>
                </a:solidFill>
                <a:latin typeface="Arial"/>
                <a:ea typeface="Arial"/>
                <a:cs typeface="Arial"/>
              </a:rPr>
              <a:t>Registrar uma imagem. Revisar a estimativa.</a:t>
            </a:r>
          </a:p>
          <a:p xmlns:a="http://schemas.openxmlformats.org/drawingml/2006/main">
            <a:pPr>
              <a:defRPr sz="2400" b="0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DE8C"/>
                </a:solidFill>
                <a:latin typeface="Arial"/>
                <a:ea typeface="Arial"/>
                <a:cs typeface="Arial"/>
              </a:rPr>
              <a:t>Salvar a refeição e acompanhar o diário.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A9666-CE41-4576-9252-C808F819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Demonstração e perguntas</a:t>
            </a:r>
          </a:p>
        </p:txBody>
      </p:sp>
    </p:spTree>
    <p:extLst>
      <p:ext uri="{BB962C8B-B14F-4D97-AF65-F5344CB8AC3E}">
        <p14:creationId xmlns:p14="http://schemas.microsoft.com/office/powerpoint/2010/main" val="432689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2026-09-21T06:20:06.3290000Z</dcterms:created>
  <dcterms:modified xsi:type="dcterms:W3CDTF">2026-09-21T06:20:06.3290000Z</dcterms:modified>
</coreProperties>
</file>